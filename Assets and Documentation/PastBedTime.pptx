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726B4-57D3-4D4F-8AA8-D0214E86A269}" v="78" dt="2023-12-05T17:40:27.069"/>
    <p1510:client id="{42277851-1EDD-4FB4-80BD-C543FA4D40C0}" v="922" dt="2023-12-05T19:01:52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15DEE2-CC3A-4BE8-B395-057AE0B5327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C394090-2EF0-4E2C-9951-88C9BB04EF41}">
      <dgm:prSet/>
      <dgm:spPr/>
      <dgm:t>
        <a:bodyPr/>
        <a:lstStyle/>
        <a:p>
          <a:pPr>
            <a:defRPr cap="all"/>
          </a:pPr>
          <a:r>
            <a:rPr lang="en-CA"/>
            <a:t>What is next for us at Game Kitchen?</a:t>
          </a:r>
          <a:endParaRPr lang="en-US"/>
        </a:p>
      </dgm:t>
    </dgm:pt>
    <dgm:pt modelId="{3EE64911-DD7D-4963-BD88-CF313705DD46}" type="parTrans" cxnId="{568FB7C5-61F4-4987-9D96-FFA7EC3F0BA2}">
      <dgm:prSet/>
      <dgm:spPr/>
      <dgm:t>
        <a:bodyPr/>
        <a:lstStyle/>
        <a:p>
          <a:endParaRPr lang="en-US"/>
        </a:p>
      </dgm:t>
    </dgm:pt>
    <dgm:pt modelId="{0F61075A-778F-42CC-ABEC-4FCB633CF3F0}" type="sibTrans" cxnId="{568FB7C5-61F4-4987-9D96-FFA7EC3F0BA2}">
      <dgm:prSet/>
      <dgm:spPr/>
      <dgm:t>
        <a:bodyPr/>
        <a:lstStyle/>
        <a:p>
          <a:endParaRPr lang="en-US"/>
        </a:p>
      </dgm:t>
    </dgm:pt>
    <dgm:pt modelId="{5E6643EF-CC4B-45DC-9D08-6996CF3202B3}">
      <dgm:prSet/>
      <dgm:spPr/>
      <dgm:t>
        <a:bodyPr/>
        <a:lstStyle/>
        <a:p>
          <a:pPr>
            <a:defRPr cap="all"/>
          </a:pPr>
          <a:r>
            <a:rPr lang="en-CA"/>
            <a:t>What can we do to make the game better?</a:t>
          </a:r>
          <a:endParaRPr lang="en-US"/>
        </a:p>
      </dgm:t>
    </dgm:pt>
    <dgm:pt modelId="{76344C6E-C801-44CC-8CD9-59FE024AA240}" type="parTrans" cxnId="{D7E86833-806A-4216-AAF3-382BDBFF22FC}">
      <dgm:prSet/>
      <dgm:spPr/>
      <dgm:t>
        <a:bodyPr/>
        <a:lstStyle/>
        <a:p>
          <a:endParaRPr lang="en-US"/>
        </a:p>
      </dgm:t>
    </dgm:pt>
    <dgm:pt modelId="{9674A285-AB3A-4385-8590-92012EA4AF9A}" type="sibTrans" cxnId="{D7E86833-806A-4216-AAF3-382BDBFF22FC}">
      <dgm:prSet/>
      <dgm:spPr/>
      <dgm:t>
        <a:bodyPr/>
        <a:lstStyle/>
        <a:p>
          <a:endParaRPr lang="en-US"/>
        </a:p>
      </dgm:t>
    </dgm:pt>
    <dgm:pt modelId="{8EFDB58E-F502-4832-B29F-FCFF05BBAC23}">
      <dgm:prSet/>
      <dgm:spPr/>
      <dgm:t>
        <a:bodyPr/>
        <a:lstStyle/>
        <a:p>
          <a:pPr>
            <a:defRPr cap="all"/>
          </a:pPr>
          <a:r>
            <a:rPr lang="en-CA"/>
            <a:t>Bugs?</a:t>
          </a:r>
          <a:endParaRPr lang="en-US"/>
        </a:p>
      </dgm:t>
    </dgm:pt>
    <dgm:pt modelId="{A618DFB1-996C-4F3B-A5DD-52A898D44D86}" type="parTrans" cxnId="{D54AFDEE-BBB2-4080-9048-719EF987F28F}">
      <dgm:prSet/>
      <dgm:spPr/>
      <dgm:t>
        <a:bodyPr/>
        <a:lstStyle/>
        <a:p>
          <a:endParaRPr lang="en-US"/>
        </a:p>
      </dgm:t>
    </dgm:pt>
    <dgm:pt modelId="{CD17C2F1-71B7-41AF-8771-91DF8F5FB16B}" type="sibTrans" cxnId="{D54AFDEE-BBB2-4080-9048-719EF987F28F}">
      <dgm:prSet/>
      <dgm:spPr/>
      <dgm:t>
        <a:bodyPr/>
        <a:lstStyle/>
        <a:p>
          <a:endParaRPr lang="en-US"/>
        </a:p>
      </dgm:t>
    </dgm:pt>
    <dgm:pt modelId="{4AAADCA1-FA57-4BB1-A87C-382C5F921AC0}">
      <dgm:prSet/>
      <dgm:spPr/>
      <dgm:t>
        <a:bodyPr/>
        <a:lstStyle/>
        <a:p>
          <a:pPr>
            <a:defRPr cap="all"/>
          </a:pPr>
          <a:r>
            <a:rPr lang="en-CA"/>
            <a:t>More features!</a:t>
          </a:r>
          <a:endParaRPr lang="en-US"/>
        </a:p>
      </dgm:t>
    </dgm:pt>
    <dgm:pt modelId="{793B7940-61B5-4C31-A889-2E418C531BEE}" type="parTrans" cxnId="{ACEFE96C-DD3F-494C-9A09-3DB7783CB6FD}">
      <dgm:prSet/>
      <dgm:spPr/>
      <dgm:t>
        <a:bodyPr/>
        <a:lstStyle/>
        <a:p>
          <a:endParaRPr lang="en-US"/>
        </a:p>
      </dgm:t>
    </dgm:pt>
    <dgm:pt modelId="{8AA51E5C-75FA-49DF-8EA0-4ABF09AA9478}" type="sibTrans" cxnId="{ACEFE96C-DD3F-494C-9A09-3DB7783CB6FD}">
      <dgm:prSet/>
      <dgm:spPr/>
      <dgm:t>
        <a:bodyPr/>
        <a:lstStyle/>
        <a:p>
          <a:endParaRPr lang="en-US"/>
        </a:p>
      </dgm:t>
    </dgm:pt>
    <dgm:pt modelId="{56EC33E4-418B-440F-ACEC-6732FAF2B84F}">
      <dgm:prSet/>
      <dgm:spPr/>
      <dgm:t>
        <a:bodyPr/>
        <a:lstStyle/>
        <a:p>
          <a:pPr>
            <a:defRPr cap="all"/>
          </a:pPr>
          <a:r>
            <a:rPr lang="en-CA"/>
            <a:t>Sequel?</a:t>
          </a:r>
          <a:endParaRPr lang="en-US"/>
        </a:p>
      </dgm:t>
    </dgm:pt>
    <dgm:pt modelId="{8280B1D4-FA21-4B3A-8738-49A8B3FDC080}" type="parTrans" cxnId="{093EDDC1-EE70-477B-B23A-0D6FBD85BC6A}">
      <dgm:prSet/>
      <dgm:spPr/>
      <dgm:t>
        <a:bodyPr/>
        <a:lstStyle/>
        <a:p>
          <a:endParaRPr lang="en-US"/>
        </a:p>
      </dgm:t>
    </dgm:pt>
    <dgm:pt modelId="{1B13C70F-1BB8-4950-93B4-D5BB53E50192}" type="sibTrans" cxnId="{093EDDC1-EE70-477B-B23A-0D6FBD85BC6A}">
      <dgm:prSet/>
      <dgm:spPr/>
      <dgm:t>
        <a:bodyPr/>
        <a:lstStyle/>
        <a:p>
          <a:endParaRPr lang="en-US"/>
        </a:p>
      </dgm:t>
    </dgm:pt>
    <dgm:pt modelId="{AFB61893-C46F-449B-AB80-981B8C4E9994}" type="pres">
      <dgm:prSet presAssocID="{9A15DEE2-CC3A-4BE8-B395-057AE0B53276}" presName="root" presStyleCnt="0">
        <dgm:presLayoutVars>
          <dgm:dir/>
          <dgm:resizeHandles val="exact"/>
        </dgm:presLayoutVars>
      </dgm:prSet>
      <dgm:spPr/>
    </dgm:pt>
    <dgm:pt modelId="{976A3E9B-7D69-4DBE-A2D2-F4A824F9890B}" type="pres">
      <dgm:prSet presAssocID="{6C394090-2EF0-4E2C-9951-88C9BB04EF41}" presName="compNode" presStyleCnt="0"/>
      <dgm:spPr/>
    </dgm:pt>
    <dgm:pt modelId="{BF059E57-907A-4AC7-A512-E8399C16184E}" type="pres">
      <dgm:prSet presAssocID="{6C394090-2EF0-4E2C-9951-88C9BB04EF41}" presName="iconBgRect" presStyleLbl="bgShp" presStyleIdx="0" presStyleCnt="5"/>
      <dgm:spPr/>
    </dgm:pt>
    <dgm:pt modelId="{1509FC9D-974B-4E18-8360-23D51466A28B}" type="pres">
      <dgm:prSet presAssocID="{6C394090-2EF0-4E2C-9951-88C9BB04EF4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44EB7A94-541E-4ABD-A15E-B24A20A0F912}" type="pres">
      <dgm:prSet presAssocID="{6C394090-2EF0-4E2C-9951-88C9BB04EF41}" presName="spaceRect" presStyleCnt="0"/>
      <dgm:spPr/>
    </dgm:pt>
    <dgm:pt modelId="{B48932DC-4015-4419-AF77-7CE74B0B0424}" type="pres">
      <dgm:prSet presAssocID="{6C394090-2EF0-4E2C-9951-88C9BB04EF41}" presName="textRect" presStyleLbl="revTx" presStyleIdx="0" presStyleCnt="5">
        <dgm:presLayoutVars>
          <dgm:chMax val="1"/>
          <dgm:chPref val="1"/>
        </dgm:presLayoutVars>
      </dgm:prSet>
      <dgm:spPr/>
    </dgm:pt>
    <dgm:pt modelId="{A216AA8C-6F76-438C-B2C8-771912C46CE3}" type="pres">
      <dgm:prSet presAssocID="{0F61075A-778F-42CC-ABEC-4FCB633CF3F0}" presName="sibTrans" presStyleCnt="0"/>
      <dgm:spPr/>
    </dgm:pt>
    <dgm:pt modelId="{4242E9BF-71A1-4E7C-893D-3BBBE76C4C23}" type="pres">
      <dgm:prSet presAssocID="{5E6643EF-CC4B-45DC-9D08-6996CF3202B3}" presName="compNode" presStyleCnt="0"/>
      <dgm:spPr/>
    </dgm:pt>
    <dgm:pt modelId="{7B96E623-0BBD-4D8C-A67B-40D9E5E98800}" type="pres">
      <dgm:prSet presAssocID="{5E6643EF-CC4B-45DC-9D08-6996CF3202B3}" presName="iconBgRect" presStyleLbl="bgShp" presStyleIdx="1" presStyleCnt="5"/>
      <dgm:spPr/>
    </dgm:pt>
    <dgm:pt modelId="{55DF19F0-2C43-49C5-AC86-8EBC85F7BBB5}" type="pres">
      <dgm:prSet presAssocID="{5E6643EF-CC4B-45DC-9D08-6996CF3202B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9329110-F3B2-479E-BD7B-4989CE342B00}" type="pres">
      <dgm:prSet presAssocID="{5E6643EF-CC4B-45DC-9D08-6996CF3202B3}" presName="spaceRect" presStyleCnt="0"/>
      <dgm:spPr/>
    </dgm:pt>
    <dgm:pt modelId="{AFBFD473-6233-4D9A-8293-2285FDA7E78A}" type="pres">
      <dgm:prSet presAssocID="{5E6643EF-CC4B-45DC-9D08-6996CF3202B3}" presName="textRect" presStyleLbl="revTx" presStyleIdx="1" presStyleCnt="5">
        <dgm:presLayoutVars>
          <dgm:chMax val="1"/>
          <dgm:chPref val="1"/>
        </dgm:presLayoutVars>
      </dgm:prSet>
      <dgm:spPr/>
    </dgm:pt>
    <dgm:pt modelId="{20497671-0823-4682-816B-685BD98453B5}" type="pres">
      <dgm:prSet presAssocID="{9674A285-AB3A-4385-8590-92012EA4AF9A}" presName="sibTrans" presStyleCnt="0"/>
      <dgm:spPr/>
    </dgm:pt>
    <dgm:pt modelId="{4FD01D38-AE40-4702-91ED-8AF1E002D95A}" type="pres">
      <dgm:prSet presAssocID="{8EFDB58E-F502-4832-B29F-FCFF05BBAC23}" presName="compNode" presStyleCnt="0"/>
      <dgm:spPr/>
    </dgm:pt>
    <dgm:pt modelId="{C858C26A-C72A-4663-BF2D-0D8D9DC920B8}" type="pres">
      <dgm:prSet presAssocID="{8EFDB58E-F502-4832-B29F-FCFF05BBAC23}" presName="iconBgRect" presStyleLbl="bgShp" presStyleIdx="2" presStyleCnt="5"/>
      <dgm:spPr/>
    </dgm:pt>
    <dgm:pt modelId="{F3B47741-FB20-495A-B0AB-A2599B43DB5D}" type="pres">
      <dgm:prSet presAssocID="{8EFDB58E-F502-4832-B29F-FCFF05BBAC2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6B74E9EF-2E7A-4C31-BC24-054741538CF8}" type="pres">
      <dgm:prSet presAssocID="{8EFDB58E-F502-4832-B29F-FCFF05BBAC23}" presName="spaceRect" presStyleCnt="0"/>
      <dgm:spPr/>
    </dgm:pt>
    <dgm:pt modelId="{65C965F3-FD12-4ECA-ACCA-6A78F04CB1C9}" type="pres">
      <dgm:prSet presAssocID="{8EFDB58E-F502-4832-B29F-FCFF05BBAC23}" presName="textRect" presStyleLbl="revTx" presStyleIdx="2" presStyleCnt="5">
        <dgm:presLayoutVars>
          <dgm:chMax val="1"/>
          <dgm:chPref val="1"/>
        </dgm:presLayoutVars>
      </dgm:prSet>
      <dgm:spPr/>
    </dgm:pt>
    <dgm:pt modelId="{9686865E-396F-4D01-B00E-62A1E883EA1B}" type="pres">
      <dgm:prSet presAssocID="{CD17C2F1-71B7-41AF-8771-91DF8F5FB16B}" presName="sibTrans" presStyleCnt="0"/>
      <dgm:spPr/>
    </dgm:pt>
    <dgm:pt modelId="{920D651D-6F81-4AF6-98AE-A4E35C03C853}" type="pres">
      <dgm:prSet presAssocID="{4AAADCA1-FA57-4BB1-A87C-382C5F921AC0}" presName="compNode" presStyleCnt="0"/>
      <dgm:spPr/>
    </dgm:pt>
    <dgm:pt modelId="{9D84713A-B287-4B8E-A335-FEAC576FC562}" type="pres">
      <dgm:prSet presAssocID="{4AAADCA1-FA57-4BB1-A87C-382C5F921AC0}" presName="iconBgRect" presStyleLbl="bgShp" presStyleIdx="3" presStyleCnt="5"/>
      <dgm:spPr/>
    </dgm:pt>
    <dgm:pt modelId="{5BCD8FBB-2A4E-460E-ACB1-93F734B9A8B7}" type="pres">
      <dgm:prSet presAssocID="{4AAADCA1-FA57-4BB1-A87C-382C5F921AC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B51CC01D-DF8C-4A3D-B21D-9612075E7674}" type="pres">
      <dgm:prSet presAssocID="{4AAADCA1-FA57-4BB1-A87C-382C5F921AC0}" presName="spaceRect" presStyleCnt="0"/>
      <dgm:spPr/>
    </dgm:pt>
    <dgm:pt modelId="{1ED0B95F-E0DC-48C6-8BBC-2B326FB91F05}" type="pres">
      <dgm:prSet presAssocID="{4AAADCA1-FA57-4BB1-A87C-382C5F921AC0}" presName="textRect" presStyleLbl="revTx" presStyleIdx="3" presStyleCnt="5">
        <dgm:presLayoutVars>
          <dgm:chMax val="1"/>
          <dgm:chPref val="1"/>
        </dgm:presLayoutVars>
      </dgm:prSet>
      <dgm:spPr/>
    </dgm:pt>
    <dgm:pt modelId="{19C2C30F-3BA4-4742-8D48-D7967EA4C221}" type="pres">
      <dgm:prSet presAssocID="{8AA51E5C-75FA-49DF-8EA0-4ABF09AA9478}" presName="sibTrans" presStyleCnt="0"/>
      <dgm:spPr/>
    </dgm:pt>
    <dgm:pt modelId="{C5C8DE60-F8EE-4781-9DA7-EFE7828B2EA0}" type="pres">
      <dgm:prSet presAssocID="{56EC33E4-418B-440F-ACEC-6732FAF2B84F}" presName="compNode" presStyleCnt="0"/>
      <dgm:spPr/>
    </dgm:pt>
    <dgm:pt modelId="{1F89FCD4-CA14-4D19-849B-55CD714785A0}" type="pres">
      <dgm:prSet presAssocID="{56EC33E4-418B-440F-ACEC-6732FAF2B84F}" presName="iconBgRect" presStyleLbl="bgShp" presStyleIdx="4" presStyleCnt="5"/>
      <dgm:spPr/>
    </dgm:pt>
    <dgm:pt modelId="{6441CFAF-623B-42D3-AE2A-162398A90993}" type="pres">
      <dgm:prSet presAssocID="{56EC33E4-418B-440F-ACEC-6732FAF2B84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works"/>
        </a:ext>
      </dgm:extLst>
    </dgm:pt>
    <dgm:pt modelId="{5FD7982F-67C6-41DC-BB0A-2175B800A57D}" type="pres">
      <dgm:prSet presAssocID="{56EC33E4-418B-440F-ACEC-6732FAF2B84F}" presName="spaceRect" presStyleCnt="0"/>
      <dgm:spPr/>
    </dgm:pt>
    <dgm:pt modelId="{73673478-7E3A-474E-989A-EE26A148D770}" type="pres">
      <dgm:prSet presAssocID="{56EC33E4-418B-440F-ACEC-6732FAF2B84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7E86833-806A-4216-AAF3-382BDBFF22FC}" srcId="{9A15DEE2-CC3A-4BE8-B395-057AE0B53276}" destId="{5E6643EF-CC4B-45DC-9D08-6996CF3202B3}" srcOrd="1" destOrd="0" parTransId="{76344C6E-C801-44CC-8CD9-59FE024AA240}" sibTransId="{9674A285-AB3A-4385-8590-92012EA4AF9A}"/>
    <dgm:cxn modelId="{891CCB42-05B5-4B55-9360-75058800B7D9}" type="presOf" srcId="{4AAADCA1-FA57-4BB1-A87C-382C5F921AC0}" destId="{1ED0B95F-E0DC-48C6-8BBC-2B326FB91F05}" srcOrd="0" destOrd="0" presId="urn:microsoft.com/office/officeart/2018/5/layout/IconCircleLabelList"/>
    <dgm:cxn modelId="{D3C1B245-DF41-4B87-8296-61CF368DA3D3}" type="presOf" srcId="{6C394090-2EF0-4E2C-9951-88C9BB04EF41}" destId="{B48932DC-4015-4419-AF77-7CE74B0B0424}" srcOrd="0" destOrd="0" presId="urn:microsoft.com/office/officeart/2018/5/layout/IconCircleLabelList"/>
    <dgm:cxn modelId="{ACEFE96C-DD3F-494C-9A09-3DB7783CB6FD}" srcId="{9A15DEE2-CC3A-4BE8-B395-057AE0B53276}" destId="{4AAADCA1-FA57-4BB1-A87C-382C5F921AC0}" srcOrd="3" destOrd="0" parTransId="{793B7940-61B5-4C31-A889-2E418C531BEE}" sibTransId="{8AA51E5C-75FA-49DF-8EA0-4ABF09AA9478}"/>
    <dgm:cxn modelId="{36D6DF51-AA37-48E8-9337-74D38CA5B964}" type="presOf" srcId="{9A15DEE2-CC3A-4BE8-B395-057AE0B53276}" destId="{AFB61893-C46F-449B-AB80-981B8C4E9994}" srcOrd="0" destOrd="0" presId="urn:microsoft.com/office/officeart/2018/5/layout/IconCircleLabelList"/>
    <dgm:cxn modelId="{65CC3784-D81F-49A6-86A0-C55C5DD3F1B5}" type="presOf" srcId="{8EFDB58E-F502-4832-B29F-FCFF05BBAC23}" destId="{65C965F3-FD12-4ECA-ACCA-6A78F04CB1C9}" srcOrd="0" destOrd="0" presId="urn:microsoft.com/office/officeart/2018/5/layout/IconCircleLabelList"/>
    <dgm:cxn modelId="{6B1F1EA5-9D39-4C1D-AA9E-C8B698F57546}" type="presOf" srcId="{5E6643EF-CC4B-45DC-9D08-6996CF3202B3}" destId="{AFBFD473-6233-4D9A-8293-2285FDA7E78A}" srcOrd="0" destOrd="0" presId="urn:microsoft.com/office/officeart/2018/5/layout/IconCircleLabelList"/>
    <dgm:cxn modelId="{31BDAABD-8AB7-4933-B20C-50F6CB933827}" type="presOf" srcId="{56EC33E4-418B-440F-ACEC-6732FAF2B84F}" destId="{73673478-7E3A-474E-989A-EE26A148D770}" srcOrd="0" destOrd="0" presId="urn:microsoft.com/office/officeart/2018/5/layout/IconCircleLabelList"/>
    <dgm:cxn modelId="{093EDDC1-EE70-477B-B23A-0D6FBD85BC6A}" srcId="{9A15DEE2-CC3A-4BE8-B395-057AE0B53276}" destId="{56EC33E4-418B-440F-ACEC-6732FAF2B84F}" srcOrd="4" destOrd="0" parTransId="{8280B1D4-FA21-4B3A-8738-49A8B3FDC080}" sibTransId="{1B13C70F-1BB8-4950-93B4-D5BB53E50192}"/>
    <dgm:cxn modelId="{568FB7C5-61F4-4987-9D96-FFA7EC3F0BA2}" srcId="{9A15DEE2-CC3A-4BE8-B395-057AE0B53276}" destId="{6C394090-2EF0-4E2C-9951-88C9BB04EF41}" srcOrd="0" destOrd="0" parTransId="{3EE64911-DD7D-4963-BD88-CF313705DD46}" sibTransId="{0F61075A-778F-42CC-ABEC-4FCB633CF3F0}"/>
    <dgm:cxn modelId="{D54AFDEE-BBB2-4080-9048-719EF987F28F}" srcId="{9A15DEE2-CC3A-4BE8-B395-057AE0B53276}" destId="{8EFDB58E-F502-4832-B29F-FCFF05BBAC23}" srcOrd="2" destOrd="0" parTransId="{A618DFB1-996C-4F3B-A5DD-52A898D44D86}" sibTransId="{CD17C2F1-71B7-41AF-8771-91DF8F5FB16B}"/>
    <dgm:cxn modelId="{BF2EF87F-4AE6-4FAF-A9D1-08C0FC74AF1E}" type="presParOf" srcId="{AFB61893-C46F-449B-AB80-981B8C4E9994}" destId="{976A3E9B-7D69-4DBE-A2D2-F4A824F9890B}" srcOrd="0" destOrd="0" presId="urn:microsoft.com/office/officeart/2018/5/layout/IconCircleLabelList"/>
    <dgm:cxn modelId="{198CF5A9-F875-4685-8730-23EA20806B49}" type="presParOf" srcId="{976A3E9B-7D69-4DBE-A2D2-F4A824F9890B}" destId="{BF059E57-907A-4AC7-A512-E8399C16184E}" srcOrd="0" destOrd="0" presId="urn:microsoft.com/office/officeart/2018/5/layout/IconCircleLabelList"/>
    <dgm:cxn modelId="{874333BD-8878-4D7E-8C53-1746777DA833}" type="presParOf" srcId="{976A3E9B-7D69-4DBE-A2D2-F4A824F9890B}" destId="{1509FC9D-974B-4E18-8360-23D51466A28B}" srcOrd="1" destOrd="0" presId="urn:microsoft.com/office/officeart/2018/5/layout/IconCircleLabelList"/>
    <dgm:cxn modelId="{464ECA04-6660-4F4C-9D14-CD230DFC3A7F}" type="presParOf" srcId="{976A3E9B-7D69-4DBE-A2D2-F4A824F9890B}" destId="{44EB7A94-541E-4ABD-A15E-B24A20A0F912}" srcOrd="2" destOrd="0" presId="urn:microsoft.com/office/officeart/2018/5/layout/IconCircleLabelList"/>
    <dgm:cxn modelId="{F8401A32-FF08-41C8-8328-99E0CB15C8E1}" type="presParOf" srcId="{976A3E9B-7D69-4DBE-A2D2-F4A824F9890B}" destId="{B48932DC-4015-4419-AF77-7CE74B0B0424}" srcOrd="3" destOrd="0" presId="urn:microsoft.com/office/officeart/2018/5/layout/IconCircleLabelList"/>
    <dgm:cxn modelId="{88957DCD-8F69-4A40-9037-319F32FEAB2B}" type="presParOf" srcId="{AFB61893-C46F-449B-AB80-981B8C4E9994}" destId="{A216AA8C-6F76-438C-B2C8-771912C46CE3}" srcOrd="1" destOrd="0" presId="urn:microsoft.com/office/officeart/2018/5/layout/IconCircleLabelList"/>
    <dgm:cxn modelId="{C1DAD74A-73EB-445D-83AC-DBE0F708AC5C}" type="presParOf" srcId="{AFB61893-C46F-449B-AB80-981B8C4E9994}" destId="{4242E9BF-71A1-4E7C-893D-3BBBE76C4C23}" srcOrd="2" destOrd="0" presId="urn:microsoft.com/office/officeart/2018/5/layout/IconCircleLabelList"/>
    <dgm:cxn modelId="{74BE1245-D541-47E8-9F5D-7C1D3805EB3B}" type="presParOf" srcId="{4242E9BF-71A1-4E7C-893D-3BBBE76C4C23}" destId="{7B96E623-0BBD-4D8C-A67B-40D9E5E98800}" srcOrd="0" destOrd="0" presId="urn:microsoft.com/office/officeart/2018/5/layout/IconCircleLabelList"/>
    <dgm:cxn modelId="{731CE209-A033-4ED5-8032-89442C19E8D9}" type="presParOf" srcId="{4242E9BF-71A1-4E7C-893D-3BBBE76C4C23}" destId="{55DF19F0-2C43-49C5-AC86-8EBC85F7BBB5}" srcOrd="1" destOrd="0" presId="urn:microsoft.com/office/officeart/2018/5/layout/IconCircleLabelList"/>
    <dgm:cxn modelId="{17B0E27A-2159-4C25-B34C-9826BA8E084C}" type="presParOf" srcId="{4242E9BF-71A1-4E7C-893D-3BBBE76C4C23}" destId="{A9329110-F3B2-479E-BD7B-4989CE342B00}" srcOrd="2" destOrd="0" presId="urn:microsoft.com/office/officeart/2018/5/layout/IconCircleLabelList"/>
    <dgm:cxn modelId="{7E4F18E2-EB85-4588-8288-8D315DC4DE6D}" type="presParOf" srcId="{4242E9BF-71A1-4E7C-893D-3BBBE76C4C23}" destId="{AFBFD473-6233-4D9A-8293-2285FDA7E78A}" srcOrd="3" destOrd="0" presId="urn:microsoft.com/office/officeart/2018/5/layout/IconCircleLabelList"/>
    <dgm:cxn modelId="{7B2E5468-1D02-483C-931F-F5724F4463DC}" type="presParOf" srcId="{AFB61893-C46F-449B-AB80-981B8C4E9994}" destId="{20497671-0823-4682-816B-685BD98453B5}" srcOrd="3" destOrd="0" presId="urn:microsoft.com/office/officeart/2018/5/layout/IconCircleLabelList"/>
    <dgm:cxn modelId="{CA771A1B-5981-4912-A8B0-0537EC849069}" type="presParOf" srcId="{AFB61893-C46F-449B-AB80-981B8C4E9994}" destId="{4FD01D38-AE40-4702-91ED-8AF1E002D95A}" srcOrd="4" destOrd="0" presId="urn:microsoft.com/office/officeart/2018/5/layout/IconCircleLabelList"/>
    <dgm:cxn modelId="{0F7CE359-E4F0-4734-A6CB-CC1E8F86B6AF}" type="presParOf" srcId="{4FD01D38-AE40-4702-91ED-8AF1E002D95A}" destId="{C858C26A-C72A-4663-BF2D-0D8D9DC920B8}" srcOrd="0" destOrd="0" presId="urn:microsoft.com/office/officeart/2018/5/layout/IconCircleLabelList"/>
    <dgm:cxn modelId="{5F89930B-C87A-4A82-BB14-F0845978226B}" type="presParOf" srcId="{4FD01D38-AE40-4702-91ED-8AF1E002D95A}" destId="{F3B47741-FB20-495A-B0AB-A2599B43DB5D}" srcOrd="1" destOrd="0" presId="urn:microsoft.com/office/officeart/2018/5/layout/IconCircleLabelList"/>
    <dgm:cxn modelId="{522EB1D0-B9DF-4718-9461-4641A7DB9561}" type="presParOf" srcId="{4FD01D38-AE40-4702-91ED-8AF1E002D95A}" destId="{6B74E9EF-2E7A-4C31-BC24-054741538CF8}" srcOrd="2" destOrd="0" presId="urn:microsoft.com/office/officeart/2018/5/layout/IconCircleLabelList"/>
    <dgm:cxn modelId="{5AD185D5-03B0-4502-BA88-A906ADE1248F}" type="presParOf" srcId="{4FD01D38-AE40-4702-91ED-8AF1E002D95A}" destId="{65C965F3-FD12-4ECA-ACCA-6A78F04CB1C9}" srcOrd="3" destOrd="0" presId="urn:microsoft.com/office/officeart/2018/5/layout/IconCircleLabelList"/>
    <dgm:cxn modelId="{CC0FCF13-CE98-4627-9D3B-683FDF590797}" type="presParOf" srcId="{AFB61893-C46F-449B-AB80-981B8C4E9994}" destId="{9686865E-396F-4D01-B00E-62A1E883EA1B}" srcOrd="5" destOrd="0" presId="urn:microsoft.com/office/officeart/2018/5/layout/IconCircleLabelList"/>
    <dgm:cxn modelId="{1AF831F8-3CBB-40FC-9025-3EBA1D8D20B9}" type="presParOf" srcId="{AFB61893-C46F-449B-AB80-981B8C4E9994}" destId="{920D651D-6F81-4AF6-98AE-A4E35C03C853}" srcOrd="6" destOrd="0" presId="urn:microsoft.com/office/officeart/2018/5/layout/IconCircleLabelList"/>
    <dgm:cxn modelId="{650ACB0B-5C18-4420-A7CE-0A67EB90AB30}" type="presParOf" srcId="{920D651D-6F81-4AF6-98AE-A4E35C03C853}" destId="{9D84713A-B287-4B8E-A335-FEAC576FC562}" srcOrd="0" destOrd="0" presId="urn:microsoft.com/office/officeart/2018/5/layout/IconCircleLabelList"/>
    <dgm:cxn modelId="{D48079DC-6668-4234-AEF2-DD8B887134E4}" type="presParOf" srcId="{920D651D-6F81-4AF6-98AE-A4E35C03C853}" destId="{5BCD8FBB-2A4E-460E-ACB1-93F734B9A8B7}" srcOrd="1" destOrd="0" presId="urn:microsoft.com/office/officeart/2018/5/layout/IconCircleLabelList"/>
    <dgm:cxn modelId="{D0E80D20-B8B1-433A-9047-7A9EA420FDDF}" type="presParOf" srcId="{920D651D-6F81-4AF6-98AE-A4E35C03C853}" destId="{B51CC01D-DF8C-4A3D-B21D-9612075E7674}" srcOrd="2" destOrd="0" presId="urn:microsoft.com/office/officeart/2018/5/layout/IconCircleLabelList"/>
    <dgm:cxn modelId="{D2D3A8FE-21F9-4976-BE96-B9F399733DD5}" type="presParOf" srcId="{920D651D-6F81-4AF6-98AE-A4E35C03C853}" destId="{1ED0B95F-E0DC-48C6-8BBC-2B326FB91F05}" srcOrd="3" destOrd="0" presId="urn:microsoft.com/office/officeart/2018/5/layout/IconCircleLabelList"/>
    <dgm:cxn modelId="{E32EF35A-C540-4ADE-BD65-2FB51ED15C9D}" type="presParOf" srcId="{AFB61893-C46F-449B-AB80-981B8C4E9994}" destId="{19C2C30F-3BA4-4742-8D48-D7967EA4C221}" srcOrd="7" destOrd="0" presId="urn:microsoft.com/office/officeart/2018/5/layout/IconCircleLabelList"/>
    <dgm:cxn modelId="{E5EC9733-4364-4BAA-A4D6-61F82407CBF1}" type="presParOf" srcId="{AFB61893-C46F-449B-AB80-981B8C4E9994}" destId="{C5C8DE60-F8EE-4781-9DA7-EFE7828B2EA0}" srcOrd="8" destOrd="0" presId="urn:microsoft.com/office/officeart/2018/5/layout/IconCircleLabelList"/>
    <dgm:cxn modelId="{C1ED63E2-27B8-4F96-B934-1EF8F1DCCD5D}" type="presParOf" srcId="{C5C8DE60-F8EE-4781-9DA7-EFE7828B2EA0}" destId="{1F89FCD4-CA14-4D19-849B-55CD714785A0}" srcOrd="0" destOrd="0" presId="urn:microsoft.com/office/officeart/2018/5/layout/IconCircleLabelList"/>
    <dgm:cxn modelId="{BA5DA5EB-F424-4C68-AC55-7683B36D89E0}" type="presParOf" srcId="{C5C8DE60-F8EE-4781-9DA7-EFE7828B2EA0}" destId="{6441CFAF-623B-42D3-AE2A-162398A90993}" srcOrd="1" destOrd="0" presId="urn:microsoft.com/office/officeart/2018/5/layout/IconCircleLabelList"/>
    <dgm:cxn modelId="{8521B0B1-30DC-47EA-8D19-2F541CB37D4F}" type="presParOf" srcId="{C5C8DE60-F8EE-4781-9DA7-EFE7828B2EA0}" destId="{5FD7982F-67C6-41DC-BB0A-2175B800A57D}" srcOrd="2" destOrd="0" presId="urn:microsoft.com/office/officeart/2018/5/layout/IconCircleLabelList"/>
    <dgm:cxn modelId="{759A32D8-7EF5-45E3-BD58-5E7F9AFD2F21}" type="presParOf" srcId="{C5C8DE60-F8EE-4781-9DA7-EFE7828B2EA0}" destId="{73673478-7E3A-474E-989A-EE26A148D77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059E57-907A-4AC7-A512-E8399C16184E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9FC9D-974B-4E18-8360-23D51466A28B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932DC-4015-4419-AF77-7CE74B0B0424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What is next for us at Game Kitchen?</a:t>
          </a:r>
          <a:endParaRPr lang="en-US" sz="1700" kern="1200"/>
        </a:p>
      </dsp:txBody>
      <dsp:txXfrm>
        <a:off x="127800" y="2535669"/>
        <a:ext cx="1800000" cy="720000"/>
      </dsp:txXfrm>
    </dsp:sp>
    <dsp:sp modelId="{7B96E623-0BBD-4D8C-A67B-40D9E5E98800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F19F0-2C43-49C5-AC86-8EBC85F7BBB5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FD473-6233-4D9A-8293-2285FDA7E78A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What can we do to make the game better?</a:t>
          </a:r>
          <a:endParaRPr lang="en-US" sz="1700" kern="1200"/>
        </a:p>
      </dsp:txBody>
      <dsp:txXfrm>
        <a:off x="2242800" y="2535669"/>
        <a:ext cx="1800000" cy="720000"/>
      </dsp:txXfrm>
    </dsp:sp>
    <dsp:sp modelId="{C858C26A-C72A-4663-BF2D-0D8D9DC920B8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47741-FB20-495A-B0AB-A2599B43DB5D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965F3-FD12-4ECA-ACCA-6A78F04CB1C9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Bugs?</a:t>
          </a:r>
          <a:endParaRPr lang="en-US" sz="1700" kern="1200"/>
        </a:p>
      </dsp:txBody>
      <dsp:txXfrm>
        <a:off x="4357800" y="2535669"/>
        <a:ext cx="1800000" cy="720000"/>
      </dsp:txXfrm>
    </dsp:sp>
    <dsp:sp modelId="{9D84713A-B287-4B8E-A335-FEAC576FC562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D8FBB-2A4E-460E-ACB1-93F734B9A8B7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0B95F-E0DC-48C6-8BBC-2B326FB91F05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More features!</a:t>
          </a:r>
          <a:endParaRPr lang="en-US" sz="1700" kern="1200"/>
        </a:p>
      </dsp:txBody>
      <dsp:txXfrm>
        <a:off x="6472800" y="2535669"/>
        <a:ext cx="1800000" cy="720000"/>
      </dsp:txXfrm>
    </dsp:sp>
    <dsp:sp modelId="{1F89FCD4-CA14-4D19-849B-55CD714785A0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41CFAF-623B-42D3-AE2A-162398A90993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73478-7E3A-474E-989A-EE26A148D770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/>
            <a:t>Sequel?</a:t>
          </a:r>
          <a:endParaRPr lang="en-US" sz="1700" kern="1200"/>
        </a:p>
      </dsp:txBody>
      <dsp:txXfrm>
        <a:off x="8587800" y="253566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8E16-5CEA-6C43-6CC0-661CB9285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682DC-F4C7-6E44-45B5-FC8E0CBB2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EA566-C256-4661-47EC-FB2BFE35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DE43B-D8A5-D010-20C5-A9B4B7AE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6472E-C999-99F7-A550-6096033D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024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3225-FB37-AB32-F493-C0EACBC0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084D-F6AE-7C73-B52E-B97BE32B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1F270-7879-4186-EF83-6E1C4527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56702-672D-9A6C-CE3D-A99B93395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0160A-B712-96DE-FFBB-77146348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053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22E0F-CF07-316C-F8CD-F7F9F4EE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8690-F590-FD62-D1AD-F99BAF234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FB541-5026-7E5E-7B73-01DEAA10A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0374B-C89F-284E-06FD-D702B41A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9EFED-A294-9ABA-99AB-A750CFF8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454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D77A-861D-D441-8267-756492A2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11D03-F3CD-8CC8-8D79-5A2E29F0E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F6A60-126C-D9BD-FE60-302644FB7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B093C-CB9A-384D-191E-8281A3DC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A8D46-16C5-0EDB-D52F-FAAD15D53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EA2F7-D4C2-64CB-DC75-5002006F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289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5638-D5FE-56A6-D918-8E25E1A8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4E7CF-6F71-E12E-00C2-140BC5AFA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67684-1DBC-412D-A27D-E6BE2D891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1DD39-0F1F-6CDD-7385-FC7E0495E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B2869-D02C-FB8D-AEC9-2175ACE78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7B6BE6-EB9B-BB03-6B93-E15A399D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4A4C2-8F31-14A9-AD44-BE4C3167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0EF48-7850-CF97-267B-908EBC65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636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523F-B842-355D-3FBF-024C449BB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F55B6-4FD0-14BB-D310-B66387DF9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205B9-77B3-978E-CD13-6DC3F875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A56E6-284E-0A57-9938-9129CD10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436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EA0DD7-01DB-1F20-7592-CD80DE6D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D6DB23-A674-8C39-F51E-484BE717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B6D4C-05C4-7E4C-4006-DCFDA6C4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913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D6CAB-6736-166B-56E0-56D9CC59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FE1F0-B801-957F-38EB-324FB2934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52259-D2EF-6A28-9CBD-AD5507ED8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E620E-93DC-CD43-A6E3-401B75E9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3806F-51CD-BF0D-6EF0-52A36671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B8A1B-30EF-0029-DD75-8B71C02B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1195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589E-A828-B135-2BD0-53DE01A5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69F049-2F4F-A9FB-3B82-5F97121BB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96CA2-9CE9-D0F4-8E19-AFE23EEB4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FE44F-CD1A-E5CA-AB69-06FB7A54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655CD-BA37-2356-099C-2FA36BE7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12B95-0849-FDEA-1C7E-4D0C19A7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50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CB59-10A1-B157-1316-141DEC90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9F0AF-DF93-5EAC-3107-17FF9E5EC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2A2CC-AFE7-8396-573B-B96CA6A5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1A714-8839-F07C-548A-0044196C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7F8F1-5ECC-C00C-D005-345C6563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084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18C31E-5DC9-E985-4438-F2C959102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17F9C-95CC-B9D3-8036-AA2810A16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04920-014C-EC07-6B91-078AE2902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11729-4B73-3F6E-02ED-CDE861E5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2F708-5C9F-6CEE-F160-09FB9BE6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773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DB69C-F7B5-7CE8-96C3-5A79BAAB8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41F14-C679-A132-402A-A2648C474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8336A-9F8D-15DC-0407-C89AEB5DB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AA9F1-4D5E-472C-AED6-3B9DC71527E7}" type="datetimeFigureOut">
              <a:rPr lang="en-CA" smtClean="0"/>
              <a:t>2023-12-05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F1DE4-002F-9817-7FA7-598EDA35E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9AEB2-D610-9A70-FD76-942FDA534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FA05A-D2CD-4B18-9583-3631C5755E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94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ainbow colored splatter&#10;&#10;Description automatically generated">
            <a:extLst>
              <a:ext uri="{FF2B5EF4-FFF2-40B4-BE49-F238E27FC236}">
                <a16:creationId xmlns:a16="http://schemas.microsoft.com/office/drawing/2014/main" id="{648BB0D6-75F6-5007-3959-255544250F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C1EAC-5419-D71A-3BB9-1BCD53CED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  <a:latin typeface="Rockwell"/>
              </a:rPr>
              <a:t>Game Kitchen Presents</a:t>
            </a:r>
            <a:endParaRPr lang="en-CA" sz="6600">
              <a:solidFill>
                <a:schemeClr val="bg1"/>
              </a:solidFill>
              <a:latin typeface="Rockwell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9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DA6A-B2C0-4122-9D43-C0E8A748D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6" y="1684422"/>
            <a:ext cx="4668253" cy="3948864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n-US" b="1" i="1">
                <a:latin typeface="Rockwell"/>
              </a:rPr>
              <a:t>Creators: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Nicholas Marijon, Daniel Perrotta and Nicholas Roy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b="1" u="sng">
                <a:latin typeface="Rockwell"/>
              </a:rPr>
              <a:t>Storyline:</a:t>
            </a:r>
            <a:r>
              <a:rPr lang="en-US" dirty="0"/>
              <a:t> A young kid who spends the night playing video games all alone, is set upon by a nasty entity that resembles a virus and would stop at nothing to destroy him in real life.</a:t>
            </a:r>
            <a:r>
              <a:rPr lang="en-US"/>
              <a:t> </a:t>
            </a:r>
            <a:endParaRPr lang="en-US" sz="2200" dirty="0">
              <a:solidFill>
                <a:schemeClr val="accent6"/>
              </a:solidFill>
            </a:endParaRPr>
          </a:p>
        </p:txBody>
      </p:sp>
      <p:pic>
        <p:nvPicPr>
          <p:cNvPr id="4" name="Picture 3" descr="A video game poster with a couch and a game controller&#10;&#10;Description automatically generated">
            <a:extLst>
              <a:ext uri="{FF2B5EF4-FFF2-40B4-BE49-F238E27FC236}">
                <a16:creationId xmlns:a16="http://schemas.microsoft.com/office/drawing/2014/main" id="{F8EE5437-D80C-1CDA-EFB5-F2639FCD3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3144" y="1"/>
            <a:ext cx="6208856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54066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E66BC-ABF0-9640-011E-6B397434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6569" y="1"/>
            <a:ext cx="4840010" cy="657725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Play The Game</a:t>
            </a:r>
            <a:endParaRPr lang="en-CA" dirty="0"/>
          </a:p>
        </p:txBody>
      </p:sp>
      <p:pic>
        <p:nvPicPr>
          <p:cNvPr id="7" name="Picture 6" descr="Checkmate in a chess game">
            <a:extLst>
              <a:ext uri="{FF2B5EF4-FFF2-40B4-BE49-F238E27FC236}">
                <a16:creationId xmlns:a16="http://schemas.microsoft.com/office/drawing/2014/main" id="{BC2E7CB5-D938-4E6A-8E3D-7FF39EE01A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63" r="17478" b="2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ED9B6-CAF9-162F-E915-7D3FF5765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1493" y="657726"/>
            <a:ext cx="4840010" cy="384366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CA" sz="2200" b="1" u="sng">
                <a:effectLst/>
                <a:latin typeface="Rockwell"/>
                <a:ea typeface="Times New Roman" panose="02020603050405020304" pitchFamily="18" charset="0"/>
              </a:rPr>
              <a:t>Protagonist’s Perspective</a:t>
            </a:r>
          </a:p>
          <a:p>
            <a:r>
              <a:rPr lang="en-CA" sz="22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 = up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CA" sz="22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 = left </a:t>
            </a:r>
            <a:endParaRPr lang="en-CA" sz="220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CA" sz="22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 = down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CA" sz="22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 = right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CA" sz="22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Shift = run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CA" sz="22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 = interact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CA" sz="2200" dirty="0">
                <a:ea typeface="Times New Roman" panose="02020603050405020304" pitchFamily="18" charset="0"/>
                <a:cs typeface="Arial" panose="020B0604020202020204" pitchFamily="34" charset="0"/>
              </a:rPr>
              <a:t>Mouse = shoot</a:t>
            </a:r>
            <a:endParaRPr lang="en-CA" sz="22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b="1" u="sng">
                <a:effectLst/>
                <a:latin typeface="Rockwell"/>
                <a:ea typeface="Georgia" panose="02040502050405020303" pitchFamily="18" charset="0"/>
                <a:cs typeface="Calibri"/>
              </a:rPr>
              <a:t>Poncho Gun Slingers</a:t>
            </a:r>
            <a:r>
              <a:rPr lang="en-US" sz="2200" b="1" u="sng">
                <a:latin typeface="Rockwell"/>
                <a:ea typeface="Georgia" panose="02040502050405020303" pitchFamily="18" charset="0"/>
                <a:cs typeface="Calibri" panose="020F0502020204030204" pitchFamily="34" charset="0"/>
              </a:rPr>
              <a:t> </a:t>
            </a:r>
            <a:endParaRPr lang="en-US" sz="2200" b="1" u="sng">
              <a:effectLst/>
              <a:latin typeface="Rockwell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ea typeface="Georgia" panose="02040502050405020303" pitchFamily="18" charset="0"/>
                <a:cs typeface="Georgia" panose="02040502050405020303" pitchFamily="18" charset="0"/>
              </a:rPr>
              <a:t>A = left (shared for both so in black)</a:t>
            </a:r>
            <a:endParaRPr lang="en-CA" sz="2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ea typeface="Georgia" panose="02040502050405020303" pitchFamily="18" charset="0"/>
                <a:cs typeface="Georgia" panose="02040502050405020303" pitchFamily="18" charset="0"/>
              </a:rPr>
              <a:t>D = right (shared for both so in black)</a:t>
            </a:r>
            <a:endParaRPr lang="en-CA" sz="2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Space bar = jump (specific to this game so colored orange)</a:t>
            </a:r>
            <a:endParaRPr lang="en-CA" sz="2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200">
                <a:effectLst/>
                <a:ea typeface="Calibri" panose="020F0502020204030204" pitchFamily="34" charset="0"/>
                <a:cs typeface="Arial"/>
              </a:rPr>
              <a:t>Mouse (left click) = shoot</a:t>
            </a:r>
            <a:endParaRPr lang="en-CA" sz="2200">
              <a:effectLst/>
              <a:ea typeface="Calibri" panose="020F050202020403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964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0FDEE-74AB-4A78-037E-1FDC7FE3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CA" sz="4000">
                <a:latin typeface="Rockwell"/>
                <a:cs typeface="Calibri Light"/>
              </a:rPr>
              <a:t>Game's Core Mechanics</a:t>
            </a:r>
            <a:endParaRPr lang="en-CA" sz="4000">
              <a:latin typeface="Rockwell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E0D34-7C94-7DD8-69F4-936616259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CA" sz="2200">
                <a:cs typeface="Calibri"/>
              </a:rPr>
              <a:t>What makes our game stand out?</a:t>
            </a:r>
          </a:p>
          <a:p>
            <a:r>
              <a:rPr lang="en-CA" sz="2200">
                <a:cs typeface="Calibri"/>
              </a:rPr>
              <a:t>Collecting items</a:t>
            </a:r>
          </a:p>
          <a:p>
            <a:r>
              <a:rPr lang="en-CA" sz="2200">
                <a:cs typeface="Calibri"/>
              </a:rPr>
              <a:t>Solving basic puzzles</a:t>
            </a:r>
          </a:p>
          <a:p>
            <a:r>
              <a:rPr lang="en-CA" sz="2200">
                <a:cs typeface="Calibri"/>
              </a:rPr>
              <a:t>Switching between 2 games</a:t>
            </a:r>
          </a:p>
          <a:p>
            <a:r>
              <a:rPr lang="en-CA" sz="2200">
                <a:cs typeface="Calibri"/>
              </a:rPr>
              <a:t>Multiple endings depending on what the player does</a:t>
            </a:r>
          </a:p>
          <a:p>
            <a:r>
              <a:rPr lang="en-CA" sz="2200">
                <a:cs typeface="Calibri"/>
              </a:rPr>
              <a:t>Forces the player to pay attention to small details</a:t>
            </a:r>
          </a:p>
        </p:txBody>
      </p:sp>
      <p:pic>
        <p:nvPicPr>
          <p:cNvPr id="5" name="Picture 4" descr="White puzzle with one red piece">
            <a:extLst>
              <a:ext uri="{FF2B5EF4-FFF2-40B4-BE49-F238E27FC236}">
                <a16:creationId xmlns:a16="http://schemas.microsoft.com/office/drawing/2014/main" id="{DDDFEB05-CF2D-F8E1-7C0F-A457D46E47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95" r="24148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118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196E8-C507-54F1-2467-C8010F68E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CA" sz="4000">
                <a:latin typeface="Rockwell"/>
                <a:cs typeface="Calibri Light"/>
              </a:rPr>
              <a:t>What Makes the Game Interesting</a:t>
            </a:r>
            <a:endParaRPr lang="en-CA" sz="4000">
              <a:latin typeface="Rockwel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04D8-CF93-8797-3D48-45F151772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200">
                <a:cs typeface="Calibri"/>
              </a:rPr>
              <a:t>Multiple endings</a:t>
            </a:r>
          </a:p>
          <a:p>
            <a:r>
              <a:rPr lang="en-CA" sz="2200">
                <a:cs typeface="Calibri"/>
              </a:rPr>
              <a:t>These add more content</a:t>
            </a:r>
          </a:p>
          <a:p>
            <a:r>
              <a:rPr lang="en-CA" sz="2200">
                <a:cs typeface="Calibri"/>
              </a:rPr>
              <a:t>Player interactivity</a:t>
            </a:r>
          </a:p>
          <a:p>
            <a:r>
              <a:rPr lang="en-CA" sz="2200">
                <a:cs typeface="Calibri"/>
              </a:rPr>
              <a:t>Feelings of adrenaline to the player</a:t>
            </a:r>
          </a:p>
          <a:p>
            <a:r>
              <a:rPr lang="en-CA" sz="2200">
                <a:cs typeface="Calibri"/>
              </a:rPr>
              <a:t>Feeling of unsafety and mystery</a:t>
            </a:r>
          </a:p>
        </p:txBody>
      </p:sp>
      <p:pic>
        <p:nvPicPr>
          <p:cNvPr id="5" name="Picture 4" descr="Gadgets on a desk">
            <a:extLst>
              <a:ext uri="{FF2B5EF4-FFF2-40B4-BE49-F238E27FC236}">
                <a16:creationId xmlns:a16="http://schemas.microsoft.com/office/drawing/2014/main" id="{D6E3C168-55EB-D665-95D8-EA58E66E2F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2" r="36066" b="2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2891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D4C6EE-9C1C-6D67-856F-F39BB2CE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CA" sz="4000" dirty="0">
                <a:latin typeface="Rockwell"/>
                <a:cs typeface="Calibri Light"/>
              </a:rPr>
              <a:t>About The Minigame</a:t>
            </a:r>
            <a:endParaRPr lang="en-CA" sz="4000" dirty="0">
              <a:latin typeface="Rockwel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98CAE-17FC-F70E-7FF2-5524DB740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200" dirty="0">
                <a:cs typeface="Calibri"/>
              </a:rPr>
              <a:t>Why did we add a minigame?</a:t>
            </a:r>
          </a:p>
          <a:p>
            <a:r>
              <a:rPr lang="en-CA" sz="2200" dirty="0">
                <a:cs typeface="Calibri"/>
              </a:rPr>
              <a:t>What is its relevance to the game?</a:t>
            </a:r>
          </a:p>
          <a:p>
            <a:r>
              <a:rPr lang="en-CA" sz="2200" dirty="0">
                <a:cs typeface="Calibri"/>
              </a:rPr>
              <a:t>What's it called?</a:t>
            </a:r>
          </a:p>
          <a:p>
            <a:r>
              <a:rPr lang="en-CA" sz="2200" dirty="0">
                <a:cs typeface="Calibri"/>
              </a:rPr>
              <a:t>What makes it interesting?</a:t>
            </a:r>
          </a:p>
          <a:p>
            <a:r>
              <a:rPr lang="en-CA" sz="2200" dirty="0">
                <a:cs typeface="Calibri"/>
              </a:rPr>
              <a:t>What games is this game inspired by?</a:t>
            </a:r>
          </a:p>
        </p:txBody>
      </p:sp>
      <p:pic>
        <p:nvPicPr>
          <p:cNvPr id="5" name="Picture 4" descr="Dice and pins on a board game">
            <a:extLst>
              <a:ext uri="{FF2B5EF4-FFF2-40B4-BE49-F238E27FC236}">
                <a16:creationId xmlns:a16="http://schemas.microsoft.com/office/drawing/2014/main" id="{5D3A07EC-42A5-B1DD-D28C-A0789938BA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33" r="30784" b="-5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20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0D9C19-2D7E-1AD8-3FA0-9D630884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CA" dirty="0">
                <a:solidFill>
                  <a:srgbClr val="FFFFFF"/>
                </a:solidFill>
                <a:latin typeface="Rockwell"/>
                <a:cs typeface="Calibri Light"/>
              </a:rPr>
              <a:t>Future Enhancements</a:t>
            </a:r>
            <a:endParaRPr lang="en-CA" dirty="0">
              <a:solidFill>
                <a:srgbClr val="FFFFFF"/>
              </a:solidFill>
              <a:latin typeface="Rockwell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15BE59-AAB2-248F-FEE9-160F7F509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962069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9033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BBF00-E737-6220-1DAE-00F47B9C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CA" sz="5400" dirty="0">
                <a:latin typeface="Rockwell"/>
                <a:cs typeface="Calibri Light"/>
              </a:rPr>
              <a:t>References</a:t>
            </a:r>
            <a:endParaRPr lang="en-CA" sz="5400" dirty="0">
              <a:latin typeface="Rockwell"/>
            </a:endParaRPr>
          </a:p>
        </p:txBody>
      </p:sp>
      <p:pic>
        <p:nvPicPr>
          <p:cNvPr id="5" name="Picture 4" descr="Eyeshadow powder crumbled and brush">
            <a:extLst>
              <a:ext uri="{FF2B5EF4-FFF2-40B4-BE49-F238E27FC236}">
                <a16:creationId xmlns:a16="http://schemas.microsoft.com/office/drawing/2014/main" id="{1D19F0EB-6B6C-A922-3241-B6225A5CDA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32" r="21703" b="-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28C8C-5167-A453-12EB-6B0084EC8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CA" sz="2200" dirty="0">
                <a:cs typeface="Calibri"/>
              </a:rPr>
              <a:t>Where did we make our art from?</a:t>
            </a:r>
          </a:p>
          <a:p>
            <a:r>
              <a:rPr lang="en-CA" sz="2200" dirty="0">
                <a:cs typeface="Calibri"/>
              </a:rPr>
              <a:t>Where did we get our sounds from?</a:t>
            </a:r>
          </a:p>
          <a:p>
            <a:r>
              <a:rPr lang="en-CA" sz="2200">
                <a:cs typeface="Calibri"/>
              </a:rPr>
              <a:t>Some sounds were made by us other were off of OpenGameArt.org</a:t>
            </a:r>
          </a:p>
          <a:p>
            <a:r>
              <a:rPr lang="en-CA" sz="2200">
                <a:cs typeface="Calibri"/>
              </a:rPr>
              <a:t>Art was made on pixilart.com</a:t>
            </a:r>
          </a:p>
          <a:p>
            <a:r>
              <a:rPr lang="en-CA" sz="2200">
                <a:cs typeface="Calibri"/>
              </a:rPr>
              <a:t>Cover screens were made on Canva</a:t>
            </a:r>
          </a:p>
        </p:txBody>
      </p:sp>
    </p:spTree>
    <p:extLst>
      <p:ext uri="{BB962C8B-B14F-4D97-AF65-F5344CB8AC3E}">
        <p14:creationId xmlns:p14="http://schemas.microsoft.com/office/powerpoint/2010/main" val="40568077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34B36-8F67-D0C4-EAD2-7DEB2F11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CA" sz="3600">
                <a:solidFill>
                  <a:schemeClr val="tx2"/>
                </a:solidFill>
                <a:latin typeface="Rockwell"/>
                <a:cs typeface="Calibri Light"/>
              </a:rPr>
              <a:t>Contributions of Team</a:t>
            </a:r>
            <a:endParaRPr lang="en-CA" sz="3600">
              <a:solidFill>
                <a:schemeClr val="tx2"/>
              </a:solidFill>
              <a:latin typeface="Rockwell"/>
            </a:endParaRPr>
          </a:p>
        </p:txBody>
      </p:sp>
      <p:pic>
        <p:nvPicPr>
          <p:cNvPr id="7" name="Graphic 6" descr="Clapping Hands">
            <a:extLst>
              <a:ext uri="{FF2B5EF4-FFF2-40B4-BE49-F238E27FC236}">
                <a16:creationId xmlns:a16="http://schemas.microsoft.com/office/drawing/2014/main" id="{AED87BB6-CF44-B73E-F700-C4A47EB5B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9FF5-4346-90B6-3748-E8905EF07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200">
                <a:solidFill>
                  <a:schemeClr val="tx2"/>
                </a:solidFill>
                <a:cs typeface="Calibri"/>
              </a:rPr>
              <a:t>Nicholas Marijon: Transitions, Start Screens/Ending, Splash Screen, minigame, sounds</a:t>
            </a:r>
          </a:p>
          <a:p>
            <a:r>
              <a:rPr lang="en-CA" sz="2200">
                <a:solidFill>
                  <a:schemeClr val="tx2"/>
                </a:solidFill>
                <a:cs typeface="Calibri"/>
              </a:rPr>
              <a:t>Daniel Perrotta: Minigame transitions, art (minigame), company name/cover art, minigame coding, sounds</a:t>
            </a:r>
          </a:p>
          <a:p>
            <a:r>
              <a:rPr lang="en-CA" sz="2200">
                <a:solidFill>
                  <a:schemeClr val="tx2"/>
                </a:solidFill>
                <a:cs typeface="Calibri"/>
              </a:rPr>
              <a:t>Nicholas Roy: Art(for main game), coding(main game), sounds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5631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3191D-11DD-8F88-0367-2C148A3F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4000">
                <a:solidFill>
                  <a:srgbClr val="FFFFFF"/>
                </a:solidFill>
                <a:latin typeface="Rockwell"/>
                <a:cs typeface="Calibri Light"/>
              </a:rPr>
              <a:t>Challenges and Hardships</a:t>
            </a:r>
            <a:endParaRPr lang="en-CA" sz="4000">
              <a:solidFill>
                <a:srgbClr val="FFFFFF"/>
              </a:solidFill>
              <a:latin typeface="Rockwel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546F0-CC61-3A07-E9DC-C32A83780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200">
                <a:cs typeface="Calibri"/>
              </a:rPr>
              <a:t>What obstacles did we face?</a:t>
            </a:r>
          </a:p>
          <a:p>
            <a:r>
              <a:rPr lang="en-CA" sz="2200">
                <a:cs typeface="Calibri"/>
              </a:rPr>
              <a:t>What did we sacrifice?</a:t>
            </a:r>
          </a:p>
          <a:p>
            <a:r>
              <a:rPr lang="en-CA" sz="2200">
                <a:cs typeface="Calibri"/>
              </a:rPr>
              <a:t>Setting up the minigame</a:t>
            </a:r>
          </a:p>
          <a:p>
            <a:r>
              <a:rPr lang="en-CA" sz="2200">
                <a:cs typeface="Calibri"/>
              </a:rPr>
              <a:t>Gravity</a:t>
            </a:r>
          </a:p>
          <a:p>
            <a:r>
              <a:rPr lang="en-CA" sz="2200">
                <a:cs typeface="Calibri"/>
              </a:rPr>
              <a:t>Health</a:t>
            </a:r>
          </a:p>
          <a:p>
            <a:r>
              <a:rPr lang="en-CA" sz="2200">
                <a:cs typeface="Calibri"/>
              </a:rPr>
              <a:t>Stamina</a:t>
            </a:r>
          </a:p>
          <a:p>
            <a:r>
              <a:rPr lang="en-CA" sz="2200" err="1">
                <a:cs typeface="Calibri"/>
              </a:rPr>
              <a:t>Github</a:t>
            </a:r>
            <a:endParaRPr lang="en-CA" sz="2200">
              <a:cs typeface="Calibri"/>
            </a:endParaRPr>
          </a:p>
          <a:p>
            <a:r>
              <a:rPr lang="en-CA" sz="2200">
                <a:cs typeface="Calibri"/>
              </a:rPr>
              <a:t>Sounds</a:t>
            </a:r>
          </a:p>
        </p:txBody>
      </p:sp>
    </p:spTree>
    <p:extLst>
      <p:ext uri="{BB962C8B-B14F-4D97-AF65-F5344CB8AC3E}">
        <p14:creationId xmlns:p14="http://schemas.microsoft.com/office/powerpoint/2010/main" val="3217295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B2DB1C7C-EF8D-A25A-8E45-5F3B859B44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31" t="9090" r="7" b="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097CF-C56F-B8B5-0A6A-33973700C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731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369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Rockwell</vt:lpstr>
      <vt:lpstr>Symbol</vt:lpstr>
      <vt:lpstr>Wingdings</vt:lpstr>
      <vt:lpstr>Office Theme</vt:lpstr>
      <vt:lpstr>Game Kitchen Presents</vt:lpstr>
      <vt:lpstr>PowerPoint Presentation</vt:lpstr>
      <vt:lpstr>How To Play The Game</vt:lpstr>
      <vt:lpstr>Game's Core Mechanics</vt:lpstr>
      <vt:lpstr>What Makes the Game Interesting</vt:lpstr>
      <vt:lpstr>About The Minigame</vt:lpstr>
      <vt:lpstr>Future Enhancements</vt:lpstr>
      <vt:lpstr>References</vt:lpstr>
      <vt:lpstr>Contributions of Team</vt:lpstr>
      <vt:lpstr>Challenges and Hardships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Marijon</dc:creator>
  <cp:lastModifiedBy>Nicholas Marijon</cp:lastModifiedBy>
  <cp:revision>2</cp:revision>
  <dcterms:created xsi:type="dcterms:W3CDTF">2023-12-05T16:54:29Z</dcterms:created>
  <dcterms:modified xsi:type="dcterms:W3CDTF">2023-12-05T19:04:17Z</dcterms:modified>
</cp:coreProperties>
</file>